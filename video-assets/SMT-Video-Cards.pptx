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2377440"/>
            <a:ext cx="2103120" cy="2103120"/>
          </a:xfrm>
          <a:prstGeom prst="ellipse">
            <a:avLst/>
          </a:prstGeom>
          <a:solidFill>
            <a:srgbClr val="F0B90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456268" y="2598268"/>
            <a:ext cx="1661465" cy="1661465"/>
          </a:xfrm>
          <a:prstGeom prst="ellipse">
            <a:avLst/>
          </a:prstGeom>
          <a:solidFill>
            <a:srgbClr val="10141A"/>
          </a:solidFill>
          <a:ln/>
        </p:spPr>
      </p:sp>
      <p:sp>
        <p:nvSpPr>
          <p:cNvPr id="4" name="Text 2"/>
          <p:cNvSpPr/>
          <p:nvPr/>
        </p:nvSpPr>
        <p:spPr>
          <a:xfrm>
            <a:off x="9456268" y="2598268"/>
            <a:ext cx="1661465" cy="1661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ECOSYSTEM (SMT) · VIDEO DEMO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 reward crypto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biasanya berjalan gelap.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SMT membuat setiap distribusi bisa diverifikasi semua orang.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87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MASALAH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Kenapa program reward crypto gagal di kepercayaan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0" y="182880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Distribusi manual &amp; tidak transparan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Reward dibagi oleh admin — anggota harus percaya, tanpa bukti.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090672"/>
            <a:ext cx="10908792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1868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828800" y="3310128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Referral bergaya MLM = Ponzi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Reward dibayar dari uang anggota baru; kolaps saat rekrutmen berhenti.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10908792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70001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828800" y="4791456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 terfragmentasi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Swap, staking, dan tracking tim di 3–5 tools terpisah — pemula menyerah.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31720"/>
            <a:ext cx="1554480" cy="1554480"/>
          </a:xfrm>
          <a:prstGeom prst="ellipse">
            <a:avLst/>
          </a:prstGeom>
          <a:solidFill>
            <a:srgbClr val="F0B90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14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743200" y="2377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0" y="274320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Hubungkan Wallet &amp; Dashboard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0" y="3657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live dari blockchain — bukan hardcode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31720"/>
            <a:ext cx="1554480" cy="1554480"/>
          </a:xfrm>
          <a:prstGeom prst="ellipse">
            <a:avLst/>
          </a:prstGeom>
          <a:solidFill>
            <a:srgbClr val="F0B90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14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743200" y="2377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0" y="274320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Swap &amp; Tax On-Chain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0" y="3657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Setiap transaksi menyuburkan ekosistem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31720"/>
            <a:ext cx="1554480" cy="1554480"/>
          </a:xfrm>
          <a:prstGeom prst="ellipse">
            <a:avLst/>
          </a:prstGeom>
          <a:solidFill>
            <a:srgbClr val="F0B90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14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743200" y="2377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0" y="274320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Lisensi, Farming &amp; Tim 7 Level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0" y="3657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Satu dashboard untuk seluruh ekosistem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31720"/>
            <a:ext cx="1554480" cy="1554480"/>
          </a:xfrm>
          <a:prstGeom prst="ellipse">
            <a:avLst/>
          </a:prstGeom>
          <a:solidFill>
            <a:srgbClr val="F0B90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14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743200" y="2377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0" y="274320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Arsitektur &amp; Keamanan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0" y="3657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 · 10 kontrak UUPS terverifikasi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8636" y="868680"/>
            <a:ext cx="2011680" cy="2011680"/>
          </a:xfrm>
          <a:prstGeom prst="ellipse">
            <a:avLst/>
          </a:prstGeom>
          <a:solidFill>
            <a:srgbClr val="F0B90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299862" y="1079906"/>
            <a:ext cx="1589227" cy="1589227"/>
          </a:xfrm>
          <a:prstGeom prst="ellipse">
            <a:avLst/>
          </a:prstGeom>
          <a:solidFill>
            <a:srgbClr val="10141A"/>
          </a:solidFill>
          <a:ln/>
        </p:spPr>
      </p:sp>
      <p:sp>
        <p:nvSpPr>
          <p:cNvPr id="4" name="Text 2"/>
          <p:cNvSpPr/>
          <p:nvPr/>
        </p:nvSpPr>
        <p:spPr>
          <a:xfrm>
            <a:off x="5299862" y="1079906"/>
            <a:ext cx="1589227" cy="1589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200" kern="0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Terbukti di mainnet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3977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234440" y="4754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A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kontrak UUPS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749040" y="3977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18/18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749040" y="4754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A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lulus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63640" y="3977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263640" y="4754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A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halaman QA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778240" y="3977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778240" y="4754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A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LP pair aktif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57150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github.com/eka0789/smarttoken-dapp   ·   bscscan.com/token/0xf3F9B44b…c28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SMT Video Demo Cards</dc:title>
  <dc:subject>PptxGenJS Presentation</dc:subject>
  <dc:creator>PptxGenJS</dc:creator>
  <cp:lastModifiedBy>PptxGenJS</cp:lastModifiedBy>
  <cp:revision>1</cp:revision>
  <dcterms:created xsi:type="dcterms:W3CDTF">2026-10-04T08:07:55Z</dcterms:created>
  <dcterms:modified xsi:type="dcterms:W3CDTF">2026-10-04T08:07:55Z</dcterms:modified>
</cp:coreProperties>
</file>